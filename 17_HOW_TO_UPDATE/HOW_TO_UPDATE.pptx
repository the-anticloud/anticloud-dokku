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DOKKU | Category: INFRA_DEVOPS</a:t>
            </a:r>
          </a:p>
          <a:p>
            <a:r>
              <a:rPr sz="1400"/>
              <a:t>Upstream: https://github.com/dokku/dokku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DOKKU.</a:t>
            </a:r>
          </a:p>
          <a:p>
            <a:r>
              <a:rPr sz="1400"/>
              <a:t>Docker-powered PaaS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DOKKU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